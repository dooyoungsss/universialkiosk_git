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왜 만들었을까요?</a:t>
            </a:r>
          </a:p>
        </p:txBody>
      </p:sp>
      <p:pic>
        <p:nvPicPr>
          <p:cNvPr id="3" name="Picture 2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키오스크가 늘었어요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그런데 어떤 분들은 사용이 어려워요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고령층·장애인·어린이·외국인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우리가 도와주자!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우리의 해결책</a:t>
            </a:r>
          </a:p>
        </p:txBody>
      </p:sp>
      <p:pic>
        <p:nvPicPr>
          <p:cNvPr id="3" name="Picture 2" descr="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카메라와 AI가 '누구인지' 알아봐요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화면이 스스로 그 사람에 맞게 변신!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하드웨어(기계)는 안 바꿔요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소프트웨어로 해결!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큰 그림 한 장</a:t>
            </a:r>
          </a:p>
        </p:txBody>
      </p:sp>
      <p:pic>
        <p:nvPicPr>
          <p:cNvPr id="3" name="Picture 2" descr="big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① 카메라로 보고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② 두뇌(AI)가 생각하고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③ 화면이 바뀐다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카메라 → 두뇌 →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우리 작품의 4가지 마법</a:t>
            </a:r>
          </a:p>
        </p:txBody>
      </p:sp>
      <p:pic>
        <p:nvPicPr>
          <p:cNvPr id="3" name="Picture 2" descr="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나이 맞춤 화면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익명 단골 빠른 주문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손으로 비접촉 주문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말로 다국어 주문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이 4가지를 기억!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얼굴을 '숫자'로</a:t>
            </a:r>
          </a:p>
        </p:txBody>
      </p:sp>
      <p:pic>
        <p:nvPicPr>
          <p:cNvPr id="3" name="Picture 2" descr="face2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얼굴을 눈·코·입 좌표로 재요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그걸 숫자 배열로 바꿔요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어려운 말로 '임베딩'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사진이 아니라 숫자로 비교!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사진은 저장 안 해요</a:t>
            </a:r>
          </a:p>
        </p:txBody>
      </p:sp>
      <p:pic>
        <p:nvPicPr>
          <p:cNvPr id="3" name="Picture 2" descr="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원본 사진은 저장 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별명 + 숫자만 저장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그래서 개인정보가 안전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비밀을 지키는 따뜻한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얼마나 닮았나? (코사인)</a:t>
            </a:r>
          </a:p>
        </p:txBody>
      </p:sp>
      <p:pic>
        <p:nvPicPr>
          <p:cNvPr id="3" name="Picture 2" descr="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두 숫자를 '화살표'로 생각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같은 방향이면 닮음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값이 1에 가까울수록 같은 사람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화살표 방향으로 닮음 재기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나이를 맞히는 AI</a:t>
            </a:r>
          </a:p>
        </p:txBody>
      </p:sp>
      <p:pic>
        <p:nvPicPr>
          <p:cNvPr id="3" name="Picture 2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AI(CNN)가 얼굴 보고 나이대 추측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어린이 / 어른 / 어르신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→ 알맞은 화면을 골라요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나이는 저장 안 하고 화면 결정만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화면이 변신!</a:t>
            </a:r>
          </a:p>
        </p:txBody>
      </p:sp>
      <p:pic>
        <p:nvPicPr>
          <p:cNvPr id="3" name="Picture 2" descr="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어르신 모드: 글씨 1.5배·고대비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어린이 모드: 큰 버튼·쉬운 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같은 메뉴도 다르게 보여요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누구나 보기 쉽게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손으로 가리키기 (에임)</a:t>
            </a:r>
          </a:p>
        </p:txBody>
      </p:sp>
      <p:pic>
        <p:nvPicPr>
          <p:cNvPr id="3" name="Picture 2" descr="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손을 들면 커서가 따라와요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손바닥 중심으로 움직여 안정적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포즈를 바꾸지 않아도 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손 = 마법 지팡이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손으로 집기 (핀치)</a:t>
            </a:r>
          </a:p>
        </p:txBody>
      </p:sp>
      <p:pic>
        <p:nvPicPr>
          <p:cNvPr id="3" name="Picture 2" descr="pi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엄지끝 + 검지끝을 붙이면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가리키던 메뉴가 담겨요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두 손끝이 잘 보여 안정적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주먹보다 정확한 담기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잠깐 기다리기 (드웰)</a:t>
            </a:r>
          </a:p>
        </p:txBody>
      </p:sp>
      <p:pic>
        <p:nvPicPr>
          <p:cNvPr id="3" name="Picture 2" descr="dw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메뉴 위에 커서를 잠깐 두면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동그란 링이 차올라요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다 차면 자동으로 선택!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손 모양이 어려워도 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흔들림 부드럽게 (필터)</a:t>
            </a:r>
          </a:p>
        </p:txBody>
      </p:sp>
      <p:pic>
        <p:nvPicPr>
          <p:cNvPr id="3" name="Picture 2" descr="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손은 원래 조금 떨려요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필터가 매끈하게 만들어요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느릴 땐 세게, 빠를 땐 약하게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커서가 안 떨려요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여러 번 보고 정하기 (다수결)</a:t>
            </a:r>
          </a:p>
        </p:txBody>
      </p:sp>
      <p:pic>
        <p:nvPicPr>
          <p:cNvPr id="3" name="Picture 2" descr="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한 번 보고 정하면 잘못 볼 수 있어요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여러 장면을 모아 '가장 많은 것'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그래야 안 튀어요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투표로 정확하게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말로 주문하기</a:t>
            </a:r>
          </a:p>
        </p:txBody>
      </p:sp>
      <p:pic>
        <p:nvPicPr>
          <p:cNvPr id="3" name="Picture 2" descr="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마이크가 말을 글자로 바꿔요(STT)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글자에서 메뉴·개수·세트를 뽑아요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인터넷 없어도 규칙으로 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말 → 글자 → 명령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여러 나라 말</a:t>
            </a:r>
          </a:p>
        </p:txBody>
      </p:sp>
      <p:pic>
        <p:nvPicPr>
          <p:cNvPr id="3" name="Picture 2" descr="la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한국어 / 영어 / 중국어 감지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영어로 말하면 화면도 영어로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외국인도 편하게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다국어 지원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두뇌와 몸 (코드 구조)</a:t>
            </a:r>
          </a:p>
        </p:txBody>
      </p:sp>
      <p:pic>
        <p:nvPicPr>
          <p:cNvPr id="3" name="Picture 2" descr="brain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core = 두뇌(비전·수학·자연어·저장)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ui = 몸(창·카드·커서·테마)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나눠서 만들면 고치기 쉬워요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역할을 나눠요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동시에 여러 일 (스레드)</a:t>
            </a:r>
          </a:p>
        </p:txBody>
      </p:sp>
      <p:pic>
        <p:nvPicPr>
          <p:cNvPr id="3" name="Picture 2" descr="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카메라 보기는 무거운 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따로 일하게 하면 화면이 안 멈춰요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요리사 여러 명처럼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화면이 안 멈추는 비결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기억과 비밀 (저장소)</a:t>
            </a:r>
          </a:p>
        </p:txBody>
      </p:sp>
      <p:pic>
        <p:nvPicPr>
          <p:cNvPr id="3" name="Picture 2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작은 서랍장 SQLite 사용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별명·즐겨찾는 주문 저장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사진은 없음 → '늘 먹던 걸로'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가볍고 안전한 저장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화면 단계 (상태머신)</a:t>
            </a:r>
          </a:p>
        </p:txBody>
      </p:sp>
      <p:pic>
        <p:nvPicPr>
          <p:cNvPr id="3" name="Picture 2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환영 → 메뉴 → 완료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정해진 규칙으로 단계 이동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90초 가만히 있으면 처음으로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신호등처럼 단계가 바뀜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카메라 없어도 OK</a:t>
            </a:r>
          </a:p>
        </p:txBody>
      </p:sp>
      <p:pic>
        <p:nvPicPr>
          <p:cNvPr id="3" name="Picture 2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카메라·인터넷이 없어도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데모 모드로 모든 기능 시연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그래서 대회에서도 든든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언제나 멈추지 않아요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컴퓨터가 보는 '점'</a:t>
            </a:r>
          </a:p>
        </p:txBody>
      </p:sp>
      <p:pic>
        <p:nvPicPr>
          <p:cNvPr id="3" name="Picture 2" descr="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얼굴은 468개 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손은 21개 점(관절)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이 점들로 계산해요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숫자로 자랑! 468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전체 순서도</a:t>
            </a:r>
          </a:p>
        </p:txBody>
      </p:sp>
      <p:pic>
        <p:nvPicPr>
          <p:cNvPr id="3" name="Picture 2" descr="flow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915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시작 → 얼굴·손 보기 → 화면 변신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→ 주문(손·말) → 결제 → 완료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이 흐름을 외우면 발표 끝!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한 흐름으로 설명하기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핵심 5줄 정리</a:t>
            </a:r>
          </a:p>
        </p:txBody>
      </p:sp>
      <p:pic>
        <p:nvPicPr>
          <p:cNvPr id="3" name="Picture 2" descr="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6903720" cy="3474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5544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B2330"/>
                </a:solidFill>
                <a:latin typeface="맑은 고딕"/>
                <a:ea typeface="맑은 고딕"/>
              </a:rPr>
              <a:t>• 이 5줄이면 우리 작품 설명 끝!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FFF1E6"/>
          </a:solidFill>
          <a:ln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A5A12"/>
                </a:solidFill>
                <a:latin typeface="맑은 고딕"/>
                <a:ea typeface="맑은 고딕"/>
              </a:rPr>
              <a:t>🔑 핵심: 친구에게 설명해 보기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