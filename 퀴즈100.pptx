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826" y="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9150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3233393" y="27432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2D6CDF"/>
                </a:solidFill>
                <a:latin typeface="맑은 고딕"/>
                <a:ea typeface="맑은 고딕"/>
              </a:rPr>
              <a:t>🎯 퀴즈 100문제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퀴즈 사용법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</a:rPr>
              <a:t>• 10개 주제 × 10문제 = 총 100문제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</a:rPr>
              <a:t>• 문제를 먼저 풀고, 바로 다음 슬라이드에서 정답을 확인해요.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</a:rPr>
              <a:t>• 유형: O/X · 3지선다(①②③) · 빈칸 채우기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</a:rPr>
              <a:t>• 3명이 각자 풀고 서로 채점해 보세요!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ic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[얼굴을 숫자로]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우리 키오스크는 얼굴 사진을 그대로 저장한다.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얼굴을 무엇으로 바꿔 비교하나요?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사진   ② 숫자 스티커   ③ 이름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얼굴을 숫자 배열로 바꾼 것을 ○○이라 한다.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숫자로 바꾸면 개인정보를 지키기 좋다.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코를 기준점으로 삼는 이유는?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멋있어서   ② 위치가 달라도 같게 비교하려고   ③ 그냥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[얼굴을 숫자로]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X  —  사진 대신 숫자만 저장해요.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②  —  숫자 배열(임베딩)로 바꿔요.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임베딩  —  어려운 진짜 이름이에요.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O  —  사진이 없으니 안전해요.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②  —  위치가 달라도 같은 기준.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[얼굴을 숫자로]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얼굴 숫자만 있으면 원래 사진을 똑같이 되살릴 수 있다.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컴퓨터가 보는 얼굴 점은 모두 몇 개?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숫자 크기를 1로 맞추는 것을?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정규화   ② 청소   ③ 저장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임베딩은 '숫자 스티커'에 비유할 수 있다.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저장하는 것은?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사진   ② 별명+숫자   ③ 주소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[얼굴을 숫자로]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X  —  되돌리기 어려워요(익명).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468  —  MediaPipe 얼굴 468점.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①  —  공정하게 비교하려고요.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O  —  얼굴을 숫자로 요약.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②  —  사진은 저장하지 않아요.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ic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[닮음 재기]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두 얼굴이 닮았는지 무엇으로 재나요?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코사인 유사도   ② 온도계   ③ 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코사인 유사도는 화살표 방향이 같은지 보는 것과 비슷하다.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코사인 값이 ○에 가까울수록 닮은 것이다.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모두의 '평균 얼굴'을 빼면 사람마다 다른 점이 잘 보인다.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왜 평균 얼굴을 빼나요?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남남도 너무 닮아 보여서   ② 재미로   ③ 빨라서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[닮음 재기]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방향으로 닮음 재기.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O  —  같은 방향 = 닮음.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1  —  1이면 같은 방향.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O  —  개인차만 남겨요.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①  —  공통 성분을 제거.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[닮음 재기]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한 장면만 보고 바로 '단골!'이라 정한다.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단골로 정하려면 연속 몇 프레임 같아야 하나?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두 점 사이 직선거리를 무엇이라 해요?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유클리드 거리   ② 둘레   ③ 넓이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밝기·거리 차이는 정규화로 줄인다.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닮음을 재는 코사인 값의 범위는?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0~10   ② -1~1   ③ 1~100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[닮음 재기]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X  —  여러 번 확인해요.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8  —  8프레임 연속.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①  —  가장 기본 거리.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O  —  잡음을 없애요.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②  —  −1에서 1 사이.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ic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[나이 맞히기]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나이대를 무엇이 맞히나요?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AI(CNN)   ② 마법   ③ 점쟁이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나이를 맞히면 화면이 어린이/어른/어르신용으로 변신한다.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어르신 모드는 글씨가 몇 배 커지나?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나이를 매 순간 다시 계산해 화면이 자주 깜빡인다.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나이 AI는 몇 그룹으로 나누나요?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2   ② 3   ③ 10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[나이 맞히기]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학습된 신경망.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O  —  자동 변신.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1.5  —  1.5배 확대.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X  —  다수결·쿨다운으로 안정.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②  —  어린이·어른·어르신.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[나이 맞히기]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나이는 저장하지 않고 화면 결정에만 쓴다.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사진을 AI가 보기 좋게 만든 입력을?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블롭(blob)   ② 물방울   ③ 사탕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어두울 때 밝기를 고르게 펴는 것을 밝기 ○○이라 한다.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나이 AI가 없어도 앱은 안 죽고 대체 방법으로 동작한다.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어린이 모드의 특징은?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작은 글씨   ② 큰 버튼·쉬운 말   ③ 어두운 화면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[나이 맞히기]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O  —  개인정보 보호.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①  —  227×227 blob.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보정  —  히스토그램 평활화.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O  —  견고성 설계.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②  —  쉽게 쓰도록.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ic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[손동작]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커서를 손으로 움직이는 것을?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에임   ② 점프   ③ 클릭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엄지와 검지를 붙여 담는 것을?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핀치   ② 박수   ③ 주먹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메뉴 위에 잠깐 머물러 선택하는 것을?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드웰   ② 스크롤   ③ 흔들기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드웰은 동그란 게이지가 다 차면 선택된다.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손바닥을 좌우로 휘두르면 카테고리가 넘어간다. (O/X)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[손동작]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가리키기.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①  —  집기.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①  —  머무르기.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O  —  진행 링.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O  —  스와이프.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[손동작]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커서는 무엇을 따라 움직여 더 안정적일까?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손끝 하나   ② 손바닥 중심   ③ 팔꿈치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주먹은 손가락이 가려져 잘 안 보일 때가 있다.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핀치는 두 손끝이 잘 보여 주먹보다 안정적이다.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손 관절 점은 모두 몇 개?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담는 방법 두 가지는?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핀치·드웰   ② 박수·점프   ③ 소리·빛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[손동작]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②  —  여러 점 평균.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O  —  occlusion 문제.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O  —  거리 기반.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21  —  MediaPipe 손 21점.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①  —  집기·머무르기.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ic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[흔들림 잡기]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손 떨림을 부드럽게 하는 것을?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필터   ② 지우개   ③ 자석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여러 번 보고 가장 많이 나온 것으로 정하는 것을 다수결이라 한다.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문턱(기준)을 하나만 두면 경계에서 자꾸 깜빡인다.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켤 때와 끌 때 기준을 다르게 두는 방법은?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히스테리시스   ② 도미노   ③ 미로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커서를 부드럽게 하는 특별한 필터 이름은 ○○ 필터. (빈칸)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[흔들림 잡기]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잡음 제거.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O  —  투표.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O  —  그래서 두 개 사용.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①  —  이중 임계값.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원-유로  —  One-Euro.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[흔들림 잡기]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필터를 너무 세게 걸면 반응이 느려질 수 있다.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다수결은 어떤 문제를 막나요?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순간 잘못 인식   ② 배터리   ③ 소리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손이 멀든 가깝든 똑같이 되도록 손 크기로 기준을 맞춘다.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같은 동작을 너무 자주 실행하지 않게 두는 시간을?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쿨다운   ② 알람   ③ 낮잠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흔들림을 잡으면 메뉴를 더 정확히 고를 수 있다. (O/X)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[흔들림 잡기]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O  —  균형이 중요.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①  —  튐 방지.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O  —  거리 정규화.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①  —  연타 방지.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O  —  정확도 향상.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ic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[말로 주문]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말을 글자로 바꾸는 것을?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음성인식(STT)   ② TTS   ③ GPS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글자를 소리로 읽어 주는 것을?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TTS   ② STT   ③ USB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인터넷이 없어도 규칙 방법으로 주문을 알아들을 수 있다.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한글이 있으면 언어를 ○○○로 감지한다.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영어로 말하면 화면도 영어로 바뀔 수 있다. (O/X)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[말로 주문]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Speech To Text.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①  —  Text To Speech.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O  —  오프라인 규칙 파서.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한국어  —  ko로 감지.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O  —  다국어 전환.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[말로 주문]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복잡한 문장에서 무엇을 뽑아내나요?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개수·세트·옵션   ② 날씨   ③ 색깔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음성 안내는 눈이 불편한 분께 도움이 된다.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자연어 주문을 도와주는 똑똑한 AI는?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GPT(있으면)   ② 계산기   ③ 시계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마이크가 없으면 예시 문장을 골라 담을 수도 있다.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세 가지 언어는 한국어, 영어, ○○○. (빈칸)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[말로 주문]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①  —  주문 정보.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O  —  접근성.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①  —  LLM.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O  —  제스처로 선택.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중국어  —  ko/en/zh.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ic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4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[프로그램 구조]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화면(몸)을 담당하는 폴더는?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ui   ② core   ③ data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두뇌(로직)를 담당하는 폴더는?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core   ② ui   ③ tests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두뇌와 몸을 나누면 고치기 쉽다.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다른 일꾼끼리 소식을 전하는 방법은?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시그널/슬롯   ② 이메일   ③ 전화번호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프로그램을 시작하는 파일은 ○○○○.py. (빈칸)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[프로그램 구조]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프론트엔드.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①  —  백엔드.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O  —  모듈화.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①  —  Qt 신호.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main  —  진입점.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4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[프로그램 구조]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설정·숫자들은 config.py 한 곳에 모여 있다.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화면 부품(카드·커서)이 있는 파일은?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widgets.py   ② vision.py   ③ nlu.py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기능마다 클래스로 나눈 것을 모듈화라 한다.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얼굴·손을 분석하는 파일은?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vision.py   ② theme.py   ③ order.py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파일 구조(트리)를 보면 무엇이 어디 있는지 알기 쉽다. (O/X)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[프로그램 구조]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O  —  쉽게 조정.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①  —  UI 부품.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O  —  OOP.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①  —  비전 엔진.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O  —  구조 파악.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ic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[동시에 일하기]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여러 일을 동시에 하도록 나눈 것을?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스레드   ② 리본   ③ 사슬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카메라 처리를 따로 하면 화면이 안 멈춘다.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카메라를 담당하는 스레드 이름은?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VisionThread   ② FastThread   ③ MainThread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다른 스레드가 화면을 직접 만지면 문제가 생길 수 있다.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그래서 결과만 ○○○로 안전하게 전달한다. (빈칸)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[동시에 일하기]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동시 실행.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O  —  UI 반응 유지.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①  —  비전 스레드.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O  —  그래서 신호로 전달.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시그널  —  signal/slot.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[동시에 일하기]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요리사 여러 명이 동시에 요리하는 것과 비슷하다.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파이썬에서 한 번에 한 스레드만 코드를 도는 규칙은?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GIL   ② HTML   ③ RGB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그래도 카메라·영상처리는 GIL을 풀어 동시에 도움이 된다.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신호는 순서대로 처리되어 안전하다.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스레드를 나누는 가장 큰 이유는?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화면이 안 멈추게   ② 소리 크게   ③ 색깔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[동시에 일하기]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O  —  좋은 비유.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①  —  전역 인터프리터 락.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O  —  C 확장·I/O.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O  —  큐 처리.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①  —  부드러운 화면.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ic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[기억과 비밀]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단골·주문을 기억하는 작은 저장소는?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SQLite   ② 유튜브   ③ 카메라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저장소에 얼굴 사진을 저장한다.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사진 대신 ○○과 숫자만 저장한다.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데이터는 매장 안(로컬)에 저장되어 밖으로 안 나간다.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주문 통계로 무엇을 알 수 있나요?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요일·시간대 인기   ② 날씨   ③ 키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[기억과 비밀]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파일 하나 DB.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X  —  숫자만 저장.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별명  —  익명 저장.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O  —  프라이버시.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①  —  트렌드 분석.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[기억과 비밀]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두 일꾼이 같은 저장소를 쓸 때 잠금(Lock)으로 안전하게 한다.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SQLite의 장점이 아닌 것은?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설치 필요 없음   ② 파일 하나   ③ 수백만 명 웹 처리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개인정보를 지키는 것은 '따뜻한 AI'의 중요한 약속이다.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얼굴을 숫자로 바꾼 것은 되돌리기 어려워 ○○이다.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별명과 즐겨찾는 주문을 저장해 '늘 먹던 걸로'가 가능하다. (O/X)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[기억과 비밀]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O  —  동시성 보호.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③  —  대규모 웹용 아님.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O  —  핵심 가치.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익명  —  복원 불가.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O  —  단골 편의.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ic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[전체 흐름]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화면 단계 순서는?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환영→메뉴→완료   ② 완료→메뉴   ③ 메뉴만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화면 단계가 정해진 규칙으로 바뀌는 것을 상태머신이라 한다.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카메라가 없으면 앱이 꺼진다.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아무 동작이 없으면 몇 초 후 첫 화면으로 돌아가나?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결제하면 무엇을 하나요?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주문번호 발급·저장   ② 전원 끔   ③ 삭제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[전체 흐름]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상태머신.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O  —  FSM.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X  —  데모 모드로 동작.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90  —  세션 타임아웃.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①  —  DB에 기록.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[전체 흐름]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데모 모드에서는 버튼·음성으로 모든 기능을 보여줄 수 있다.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얼굴 점 468개, 손 점 몇 개?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우리 작품의 핵심 가치가 아닌 것은?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자동 변신   ② 개인정보 보호   ③ 광고 많이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인터넷이 끊겨도 규칙 방법으로 주문을 계속할 수 있다.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이 모든 걸 한마디로?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누구나 쉬운 배리어프리 키오스크   ② 게임기   ③ 냉장고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[전체 흐름]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O  —  항상 시연 가능.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21  —  손 21점.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③  —  광고 아님.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O  —  오프라인 견고성.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①  —  핵심 요약.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9540963-e559-4020-8a90-fe8a502c2801}" enabled="1" method="Standard" siteId="{f25493ae-1c98-41d7-8a33-0be75f5fe6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2751</Words>
  <Application>Microsoft Office PowerPoint</Application>
  <PresentationFormat>Widescreen</PresentationFormat>
  <Paragraphs>287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맑은 고딕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Dooyoung Lee</cp:lastModifiedBy>
  <cp:revision>2</cp:revision>
  <dcterms:created xsi:type="dcterms:W3CDTF">2013-01-27T09:14:16Z</dcterms:created>
  <dcterms:modified xsi:type="dcterms:W3CDTF">2026-09-09T00:55:53Z</dcterms:modified>
  <cp:category/>
</cp:coreProperties>
</file>