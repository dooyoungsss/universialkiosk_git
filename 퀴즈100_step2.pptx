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0D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150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28600"/>
            <a:ext cx="121916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BB673"/>
                </a:solidFill>
                <a:latin typeface="맑은 고딕"/>
                <a:ea typeface="맑은 고딕"/>
              </a:rPr>
              <a:t>🎯 STEP 2 퀴즈 100문제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퀴즈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10개 주제 × 10문제 = 총 100문제 (Step 1보다 자세해요)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원리·숫자·이유를 묻는 문제가 많아요.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문제 → 바로 다음 슬라이드에서 정답·해설 확인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</a:rPr>
              <a:t>• 유형: O/X · 3지선다(①②③) · 빈칸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[임베딩·전처리]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임베딩을 만들 때 원점으로 삼는 랜드마크는?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코끝   ② 턱   ③ 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스케일(크기)을 없애려고 무엇으로 나누나?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가장 먼 점까지 거리   ② 평균 밝기   ③ 화면 크기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완성된 임베딩의 차원(숫자 개수)은?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마지막에 벡터 크기를 1로 만드는 것을?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정규화   ② 압축   ③ 복사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임베딩은 원본 사진으로 되돌리기 쉽다.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[임베딩·전처리]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위치 불변을 위해 코(1번).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크기 무관 비교.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72  —  핵심 24점 × (x,y,z).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방향만 남겨 코사인에 적합.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X  —  비가역·익명.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[임베딩·전처리]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좌우반전(flip)을 하는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거울처럼 직관적 조작   ② 속도   ③ 저장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밝기 보정에 쓰는 기법은?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CLAHE(평활화)   ② 블러   ③ 회전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얼굴 랜드마크 개수는?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임베딩에 사진 픽셀이 그대로 들어간다.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정규화가 0으로 나누기를 피하는 방법은?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크기 0이면 그대로 반환   ② 1을 더함   ③ 무시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[임베딩·전처리]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사용자가 자기 손을 거울처럼.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역광·저조도 보정.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468  —  MediaPipe FaceMesh.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X  —  좌표(모양)만 사용.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안전 처리.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[유사도·단골매칭]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얼굴 닮음 비교에 주로 쓰는 값은?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코사인 유사도   ② 유클리드 거리   ③ 넓이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코사인 유사도의 값 범위는?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-1~1   ② 0~100   ③ 1~10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정규화된 벡터의 코사인은 무엇으로 계산되나?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내적(a·b)   ② 덧셈   ③ 평균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평균 얼굴을 빼는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남남도 너무 닮아 보여서   ② 빨라서   ③ 예뻐서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평균을 뺀 공간에서 남남의 코사인은 대략?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0.3 미만   ② 0.99   ③ 1.0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[유사도·단골매칭]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방향 비교.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1이면 같은 방향.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|a||b|=1.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공통 성분 제거.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확실히 구별.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[유사도·단골매칭]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기준(평균)이 있을 때 단골 임계값은?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기준이 아직 없을 때 임계값은?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0.999   ② 0.5   ③ 0.1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단골 확정에 필요한 연속 프레임 수는?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유클리드 거리는 크기·밝기 잡음에 민감하다.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best_match는 무엇을 비교하나?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평균 뺀 개인차끼리 코사인   ② 사진끼리   ③ 이름끼리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[유사도·단골매칭]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0.70  —  개인차 공간 임계.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거의 동일만 인정.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8  —  우연 일치 방지.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그래서 코사인 선호.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project 후 비교.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[연령 CNN]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연령 CNN 입력 blob의 크기는?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227×227   ② 64×64   ③ 1024×1024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blob을 만들 때 무엇을 빼나?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학습 때의 BGR 평균   ② 0   ③ 최댓값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CNN이 낸 8구간 중 무엇으로 하나를 고르나?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argmax(최댓값)   ② 평균   ③ 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8개 구간을 몇 그룹으로 묶나?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(15-43) 구간은 어느 그룹?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어른   ② 어린이   ③ 어르신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[연령 CNN]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표준 입력 크기.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입력 정규화.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가장 큰 확률.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3  —  어린이/어른/어르신.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성인 표준.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[연령 CNN]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연령 추론을 몇 프레임마다 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3   ② 1   ③ 60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연령 다수결 창과 최소 득표는?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20 중 13   ② 5 중 2   ③ 100 중 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모드 전환 후 재전환을 막는 시간은?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4초   ② 0.1초   ③ 1분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연령 모델 파일이 없으면 앱이 죽는다.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나이 정보는 DB에 저장한다.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[연령 CNN]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무거워서 아낌.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과반 이상.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깜빡임 방지.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X  —  휴리스틱으로 대체.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X  —  화면 결정에만 사용.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[제스처 판정]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손가락 펴짐 판정에 함께 쓰는 두 가지는?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거리비 + 관절각도   ② 색 + 소리   ③ 무게 + 온도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히스테리시스에서 '펴짐' 기준 비율은?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1.15   ② 1.0   ③ 0.5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'접힘' 기준 비율은?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0.90   ② 1.2   ③ 2.0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두 임계 사이(애매)일 때는?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직전 상태 유지   ② 무조건 펴짐   ③ 무조건 접힘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손모양 다수결은 최근 몇 프레임?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[제스처 판정]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강건한 판정.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상한 임계.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하한 임계.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플리커 제거.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6  —  과도기 오발 제거.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[제스처 판정]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핀치는 어느 두 점의 거리로 판정하나?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엄지끝·검지끝   ② 손목·팔꿈치   ③ 새끼·엄지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주먹이 불안정한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손가락 가려짐(occlusion)   ② 너무 밝아서   ③ 소리 때문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엄지척이 불안정한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엄지가 가장 노이즈 큼   ② 빨라서   ③ 작아서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담기 확정에 필요한 유지 프레임은?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드웰 자동선택 시간은?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2000ms   ② 100ms   ③ 10초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[제스처 판정]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4번·8번.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좌표 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방향 판정 흔들림.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6  —  FIST_HOLD_FRAMES.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머무르면 선택.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[필터·안정화]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One-Euro 필터의 특징은?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속도에 따라 세기 조절   ② 항상 같은 세기   ③ 필터 안 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느리게 움직일 때 필터는?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강하게(덜 떨림)   ② 약하게   ③ 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빠르게 움직일 때 필터는?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약하게(덜 느림)   ② 강하게   ③ 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고정 창 이동평균의 단점은?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지연↔떨림 트레이드오프   ② 너무 정확   ③ 무료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커서 순간이동을 막는 장치는?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이동 상한(클램프)   ② 확대   ③ 회전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[필터·안정화]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적응형.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떨림 제거.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지연 최소.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One-Euro가 개선.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프레임당 최대 이동.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[필터·안정화]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임계를 손 크기로 나누는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카메라 거리와 무관하게   ② 예뻐서   ③ 느리게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다수결이 막는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순간 오발   ② 배터리 소모   ③ 소음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담기 전용 쿨다운은?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500ms   ② 5초   ③ 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스와이프 쿨다운은?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800ms   ② 50ms   ③ 10초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안정화 3종 세트가 아닌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히스테리시스   ② 다수결   ③ 화면 밝기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[필터·안정화]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정규화.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튐 방지.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연속 담기 허용.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①  —  한 번에 한 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③  —  필터·다수결·히스테리시스.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[자연어·음성]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말을 글자로 바꾸는 기술은?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STT   ② TTS   ③ DNS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규칙 파서 결과가 담기는 자료구조는?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OrderIntent   ② 그림   ③ 노래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OrderIntent에 없는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메뉴   ② 개수/세트   ③ 날씨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한글이 있으면 감지 언어는?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한글 없이 한자만 있으면?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중국어   ② 영어   ③ 일본어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[자연어·음성]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음성 인식.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주문 의도.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③  —  주문 정보만.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한국어  —  ko.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zh.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A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[자연어·음성]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GPT 호출이 실패하면?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규칙 파서로 대체   ② 종료   ③ 재부팅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숫자 표현 '두 개'에서 수량은?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음성 안내(TTS)는 누구에게 특히 도움?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시각장애·고령   ② 개발자만   ③ 아무도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영어로 말하면 화면 언어도 바뀔 수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지원하는 세 언어는?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한/영/중   ② 한/일/영   ③ 영/불/독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[자연어·음성]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같은 JSON 반환.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2  —  한국어 수사.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접근성.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언어 전환.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①  —  ko/en/zh.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[구조·시그널]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화면(프론트엔드) 폴더는?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ui   ② core   ③ data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두뇌(백엔드) 폴더는?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core   ② ui   ③ tests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스레드 간 안전 통신 방법은?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시그널/슬롯   ② 전역변수 직접수정   ③ 파일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설정·임계값이 모인 파일은?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config.py   ② main.py   ③ theme.py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앱 진입점 파일은? (빈칸)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[구조·시그널]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UI.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로직.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큐 전달.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한곳 관리.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main  —  main.py.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[구조·시그널]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얼굴·손 분석 파일은?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vision.py   ② order.py   ③ i18n.py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기능을 클래스로 나눈 설계를?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모듈화(OOP)   ② 복사   ③ 삭제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메뉴 카드·커서 부품 파일은?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widgets.py   ② nlu.py   ③ database.py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시그널은 순서대로(큐) 처리되어 안전하다.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두뇌와 몸을 나누면 한 곳 고쳐도 영향이 적다.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[구조·시그널]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비전 엔진.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유지보수 쉬움.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UI 부품.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QueuedConnection.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결합도 낮춤.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[스레드·GIL]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한 번에 한 스레드만 파이썬 코드를 도는 규칙은?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GIL   ② CSS   ③ API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그래도 병행에 도움이 되는 작업은?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카메라 I/O·C확장   ② 순수 파이썬 반복문   ③ 없음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카메라 담당 스레드 이름은?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VisionThread   ② MainThread   ③ IOThread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다른 스레드가 위젯을 직접 바꾸면?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충돌 위험   ② 더 빠름   ③ 안전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스레드를 나누는 가장 큰 목적은?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UI가 안 멈추게   ② 소리 크게   ③ 색상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[스레드·GIL]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전역 인터프리터 락.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GIL 해제.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비전 스레드.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그래서 시그널.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반응성.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[스레드·GIL]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멀티프로세싱 대신 스레드를 쓴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프레임·UI 공유가 잦아서   ② 느려서   ③ 무거워서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DB를 두 스레드가 쓸 때 안전장치는?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Lock   ② 삭제   ③ 복사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sqlite 연결에 필요한 옵션은?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check_same_thread=False   ② readonly   ③ memory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스레드는 요리사 여러 명에 비유된다.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GIL 때문에 스레드가 전혀 쓸모없다.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[스레드·GIL]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가볍고 밀결합.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①  —  직렬화.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다중 스레드 접근.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O  —  동시에 일하기.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X  —  I/O·C확장엔 유효.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[DB·개인정보]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단골·통계를 저장하는 DB는?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SQLite   ② MySQL 서버   ③ 엑셀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regulars 테이블에 저장되지 않는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얼굴 사진   ② 별명   ③ 임베딩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임베딩은 어떤 형식으로 저장되나?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JSON 숫자배열   ② PNG   ③ MP3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orders 테이블로 알 수 있는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요일·시간대 인기   ② 혈액형   ③ 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데이터는 어디에 저장되나?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매장 로컬   ② 인터넷 서버   ③ SNS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[DB·개인정보]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가벼운 파일 DB.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①  —  사진 저장 X.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텍스트 숫자.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트렌드.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프라이버시.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[DB·개인정보]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SQLite가 부적합한 경우는?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수백만 동시 웹 사용자   ② 매장 로컬   ③ 오프라인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임베딩만 저장하면 익명성이 있다. (O/X)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visit_count는 무엇을 세나?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방문 횟수   ② 메뉴 수   ③ 직원 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favorite에는 무엇이 들어가나?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즐겨찾는 주문   ② 비밀번호   ③ 주소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개인정보 보호는 우리 작품의 핵심 가치다.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[DB·개인정보]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대규모 웹 아님.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O  —  복원 어려움.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단골 방문.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①  —  늘 먹던 걸로.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따뜻한 AI.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12191695" cy="691505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[흐름·접근성] 문제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1. 화면 상태 순서는?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환영→메뉴→완료   ② 완료→환영   ③ 메뉴만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2. 무동작 세션 리셋 시간은? (빈칸)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3. 카메라가 없으면?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데모 모드로 동작   ② 종료   ③ 검은 화면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4. 실버 모드 글자 배율은?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1.5배   ② 0.5배   ③ 3배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5. 어린이 모드 글자 배율은?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1.3배   ② 2배   ③ 0.8배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[흐름·접근성] 정답 1~5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1. ✅ ①  —  상태머신.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2. ✅ 90  —  초 단위.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3. ✅ ①  —  견고성.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4. ✅ ①  —  고령자 배려.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5. ✅ ①  —  쉬운 화면.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[흐름·접근성] 문제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6926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6. 결제하면 무엇을 저장하나?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주문내역·요일·시간   ② 아무것도   ③ 사진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7. 접근성 기능이 아닌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TTS   ② STT   ③ 광고 배너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8. 인터넷이 끊겨도 주문 가능한 이유는?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규칙 파서   ② 위성   ③ 전화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9. 우리 작품 한 줄 요약으로 맞는 것은?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C4A5C"/>
                </a:solidFill>
                <a:latin typeface="맑은 고딕"/>
                <a:ea typeface="맑은 고딕"/>
              </a:rPr>
              <a:t>   ① 누구나 쉬운 배리어프리 키오스크   ② 고사양 게임기   ③ 냉장고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B2330"/>
                </a:solidFill>
                <a:latin typeface="맑은 고딕"/>
                <a:ea typeface="맑은 고딕"/>
              </a:rPr>
              <a:t>10. 상태머신은 정해진 규칙으로 단계가 바뀐다. (O/X)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B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[흐름·접근성] 정답 6~10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5097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6. ✅ ①  —  orders.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7. ✅ ③  —  배리어프리.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8. ✅ ①  —  오프라인.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9. ✅ ①  —  핵심.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BB673"/>
                </a:solidFill>
                <a:latin typeface="맑은 고딕"/>
                <a:ea typeface="맑은 고딕"/>
              </a:rPr>
              <a:t>10. ✅ O  —  FSM.</a:t>
            </a:r>
          </a:p>
        </p:txBody>
      </p:sp>
      <p:pic>
        <p:nvPicPr>
          <p:cNvPr id="4" name="Picture 3" descr="mascot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983480"/>
            <a:ext cx="1371600" cy="1364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